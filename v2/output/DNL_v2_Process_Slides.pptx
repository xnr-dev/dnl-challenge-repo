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8D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5486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4E8DE8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5486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0515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Disclosure Checklist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920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Grounded · Auditable · Reproducible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7772400" cy="27432"/>
          </a:xfrm>
          <a:prstGeom prst="rect">
            <a:avLst/>
          </a:prstGeom>
          <a:solidFill>
            <a:srgbClr val="4E8DE8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834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HGB §§ 264 ff.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606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GmbH (§ 267 Abs. 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6060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28346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Nubert electronic GmbH FY2023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337560"/>
            <a:ext cx="7772400" cy="777240"/>
          </a:xfrm>
          <a:prstGeom prst="rect">
            <a:avLst/>
          </a:prstGeom>
          <a:solidFill>
            <a:srgbClr val="2B5EAE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364992"/>
            <a:ext cx="749808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is a breaking redesign. </a:t>
            </a:r>
            <a:pPr indent="0" marL="0">
              <a:buNone/>
            </a:pPr>
            <a:r>
              <a:rPr lang="en-US" sz="12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focus shifts from version-stamped outputs to historically grounded, auditor-traceable provenance — valid as of a specified financial year-end date.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DNL Challenge  ·  github.com/xNR-dev/dnl-challenge-repo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Changed: v1 → v2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responds directly to the critique of v1 — every gap has a concrete fix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14813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historical grounding — any FY run could use stale law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18013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Buzer.de as normative historical source; gesetze-im-internet.de supplementary only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64608" y="14813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provenance — reviewer couldn't reconstruct legal basis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64608" y="180136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source_manifest.json required artifact; run is not auditable without 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42316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6928" y="267004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exemption table — exemptions not derived from law text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66928" y="299008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Applicability Resolver stage; §288 resolved at runtime from historically valid source set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2316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4871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64608" y="267004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Mixed-language checklist rows; German/English blur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64608" y="299008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english_label canonical layer; German stays in provenance fields, not audit questions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61188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675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6928" y="38587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verification_mode absent — leaf-row No/N/A conflated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" y="417880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presentation_required / line_item_if_present / fact_conditioned enforcement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3794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611880"/>
            <a:ext cx="54864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4864608" y="36758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gap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64608" y="385876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QA gates — invalid rows could ship silently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64608" y="417880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11 explicit QA gates; failed run is blocked from audit-ready status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 Disclosure Checklist  ·  v2  ·  DNL Challenge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Authority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grounding must be historically valid for the target FY — not just current consolidated law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49040" cy="25603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749040" cy="73152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8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NORMATIVE — Historical Source of Record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Buzer.de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2176272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versions </a:t>
            </a:r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HGB provisions and change history.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run time-bounded to a prior financial year — allows the system to confirm which law was in force on the target effective date.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062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234440"/>
            <a:ext cx="4206240" cy="7315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SUPPLEMENTARY — Official Cross-Reference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16642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Gesetze im Internet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09160" y="2176272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</a:t>
            </a:r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consolidated text </a:t>
            </a:r>
            <a:pPr indent="0" marL="0">
              <a:buNone/>
            </a:pPr>
            <a:r>
              <a:rPr lang="en-US" sz="11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"Stand" date.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as an official reviewer convenience reference — but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sufficient on its own </a:t>
            </a:r>
            <a:pPr indent="0" marL="0">
              <a:buNone/>
            </a:pPr>
            <a:r>
              <a:rPr lang="en-US" sz="11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historical validity for a prior-FY run.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8321040" cy="658368"/>
          </a:xfrm>
          <a:prstGeom prst="rect">
            <a:avLst/>
          </a:prstGeom>
          <a:solidFill>
            <a:srgbClr val="2B5EA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93192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 rule: </a:t>
            </a:r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run is time-bounded to a prior FY, legal grounding MUST be resolved from Buzer. Any gesetze-im-internet.de reference is supplementary and MUST NOT be treated as proof of historical validity.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 Disclosure Checklist  ·  v2  ·  DNL Challenge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phase-separated — each stage is an explicit, auditable artifact boundary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88720"/>
            <a:ext cx="1965960" cy="1463040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1627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Scope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30352" y="2121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scope.md · entity type, FY, P&amp;L format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1911096"/>
            <a:ext cx="128016" cy="2743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188720"/>
            <a:ext cx="1965960" cy="1463040"/>
          </a:xfrm>
          <a:prstGeom prst="rect">
            <a:avLst/>
          </a:prstGeom>
          <a:solidFill>
            <a:srgbClr val="4E8D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97480" y="1627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Historical Sources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97480" y="2121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Buzer → historically valid provisions for target FY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911096"/>
            <a:ext cx="128016" cy="2743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73168" y="1188720"/>
            <a:ext cx="196596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64608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64608" y="1627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source_manifest.json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64608" y="2121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artifact — run is not auditable without this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75704" y="1911096"/>
            <a:ext cx="128016" cy="2743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0296" y="1188720"/>
            <a:ext cx="1965960" cy="1463040"/>
          </a:xfrm>
          <a:prstGeom prst="rect">
            <a:avLst/>
          </a:prstGeom>
          <a:solidFill>
            <a:srgbClr val="4E8D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31736" y="1280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31736" y="1627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Resolver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031736" y="21214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§288 + conditional items resolved at runtime — not from a static table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2999232"/>
            <a:ext cx="1965960" cy="1463040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Checklist by Section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 / GUV / ANH / LAG — parallel drafting after manifest exists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441448" y="3721608"/>
            <a:ext cx="128016" cy="2743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29" name="Shape 27"/>
          <p:cNvSpPr/>
          <p:nvPr/>
        </p:nvSpPr>
        <p:spPr>
          <a:xfrm>
            <a:off x="2606040" y="2999232"/>
            <a:ext cx="1965960" cy="14630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97480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697480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+ QA Gates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974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gates — schema, provenance, translation, duplicates, scope drift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08576" y="3721608"/>
            <a:ext cx="128016" cy="2743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34" name="Shape 32"/>
          <p:cNvSpPr/>
          <p:nvPr/>
        </p:nvSpPr>
        <p:spPr>
          <a:xfrm>
            <a:off x="4773168" y="2999232"/>
            <a:ext cx="1965960" cy="1463040"/>
          </a:xfrm>
          <a:prstGeom prst="rect">
            <a:avLst/>
          </a:prstGeom>
          <a:solidFill>
            <a:srgbClr val="4E8D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864608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Filing Verification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64608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verification_mode enforced · negative backstop · confidence levels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775704" y="3721608"/>
            <a:ext cx="128016" cy="27432"/>
          </a:xfrm>
          <a:prstGeom prst="rect">
            <a:avLst/>
          </a:prstGeom>
          <a:solidFill>
            <a:srgbClr val="5A6A8A"/>
          </a:solidFill>
          <a:ln/>
        </p:spPr>
      </p:sp>
      <p:sp>
        <p:nvSpPr>
          <p:cNvPr id="39" name="Shape 37"/>
          <p:cNvSpPr/>
          <p:nvPr/>
        </p:nvSpPr>
        <p:spPr>
          <a:xfrm>
            <a:off x="6940296" y="2999232"/>
            <a:ext cx="1965960" cy="1463040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031736" y="30906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031736" y="343814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031736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checklist.json · results.json · checklist.xlsx · results.xlsx · run_summary.md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 Disclosure Checklist  ·  v2  ·  DNL Challenge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Artifacts &amp;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must produce all six artifacts — source_manifest.json is the auditability gate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88720"/>
            <a:ext cx="4069080" cy="512064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8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⭑ source_manifest.json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444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Run-level provenance — historically valid source URLs, retrieval timestamps, workflow version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" y="1773936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773936"/>
            <a:ext cx="45720" cy="512064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819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checklist.json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0299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row schema: id, english_label, hgb_reference, source_text_de, obligation, verification_mode…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359152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359152"/>
            <a:ext cx="45720" cy="512064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404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results.json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2615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results: response, reason_code, confidence, evidence, audit_notes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944368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" y="2944368"/>
            <a:ext cx="45720" cy="512064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990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checklist.xlsx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3200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tabs + Traceability tab; reviewer-facing and provenance layers separated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529584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529584"/>
            <a:ext cx="45720" cy="512064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575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results.xlsx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37856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 / GuV / Anhang / Lagebericht tabs · Issues tab · Traceability tab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4114800"/>
            <a:ext cx="406908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4114800"/>
            <a:ext cx="45720" cy="512064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41605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run_summary.md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66928" y="43708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Non-normative run report — counts, pass rates, token usage (not part of the spec)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188720"/>
            <a:ext cx="4069080" cy="26517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92040" y="1261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8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v2 Schema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16276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historical_source_url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181051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Buzer URL used to ground the row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195681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effective_version_date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213969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effective date for the legal basis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92040" y="2286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english_label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46888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English concept — rendering and verification anchor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261518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english_label_status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279806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quality gate (approved / pending)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92040" y="29443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verification_mode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3127248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presentation_required · line_item_if_present · fact_conditioned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32735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presence_inference_rule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45643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reasoning rule for absent items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3959352"/>
            <a:ext cx="4069080" cy="804672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892040" y="40050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Reason Code Taxonomy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24281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LINE_ITEM_NOT_PRESENT · PUBLICATION_RELIEF · AGGREGATION_RELIEF · REPEALED_ITEM · POST_BS_EVENT · PDF_EXTRACTION_LIMIT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 Disclosure Checklist  ·  v2  ·  DNL Challenge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verification_mode is now a schema field — the verifier reasons differently per mode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234440"/>
            <a:ext cx="8339328" cy="1078992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presentation_required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Structural statement rows (§266 Abs. 1, §275 Abs. 1)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5623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or layout failure → No. The presentation itself is the obligation.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" y="2423160"/>
            <a:ext cx="8339328" cy="1078992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514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line_item_if_present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0720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Bilanz &amp; GuV leaf rows (most §266, §275 items)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4495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from primary statement alone ≠ No. No requires affirmative evidence elsewhere that the underlying fact exists. If no such evidence: N/A (LINE_ITEM_NOT_PRESENT).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3611880"/>
            <a:ext cx="8339328" cy="1078992"/>
          </a:xfrm>
          <a:prstGeom prst="rect">
            <a:avLst/>
          </a:prstGeom>
          <a:solidFill>
            <a:srgbClr val="4E8D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703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fact_conditioned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3995928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to: Notes &amp; Lagebericht rows — trigger/exemption/entity-fact dependent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23367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resolved at runtime from source manifest. Verifier does not re-decide exemptions ad hoc.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" y="4370832"/>
            <a:ext cx="8339328" cy="530352"/>
          </a:xfrm>
          <a:prstGeom prst="rect">
            <a:avLst/>
          </a:prstGeom>
          <a:solidFill>
            <a:srgbClr val="E8EEF8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44074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evidence found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15184" y="44074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15184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+ fact exists but disclosure missing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00016" y="44074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 / not applicable from run artifacts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84848" y="44074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84848" y="459028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or extraction quality blocks conclusion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95604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 Disclosure Checklist  ·  v2  ·  DNL Challenge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49560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Gates &amp; Limitations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explicit validation gates — any failure blocks audit-ready status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" y="118872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18872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Citation existence validation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69164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" y="169164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91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URL class validation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" y="219456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219456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94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Source effective-date validation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269748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" y="269748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Required German provenance fields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20040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" y="320040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200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Applicability / exemption consistency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70332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70332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033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ID detection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907792" y="118872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07792" y="118872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1188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Duplicate meaning detection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07792" y="169164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07792" y="169164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28" name="Text 26"/>
          <p:cNvSpPr/>
          <p:nvPr/>
        </p:nvSpPr>
        <p:spPr>
          <a:xfrm>
            <a:off x="3017520" y="1691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Section / block numbering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907792" y="219456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07792" y="219456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31" name="Text 29"/>
          <p:cNvSpPr/>
          <p:nvPr/>
        </p:nvSpPr>
        <p:spPr>
          <a:xfrm>
            <a:off x="3017520" y="2194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Scope drift detection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07792" y="269748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907792" y="269748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34" name="Text 32"/>
          <p:cNvSpPr/>
          <p:nvPr/>
        </p:nvSpPr>
        <p:spPr>
          <a:xfrm>
            <a:off x="3017520" y="26974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Canonical English label completeness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907792" y="3200400"/>
            <a:ext cx="22860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907792" y="3200400"/>
            <a:ext cx="45720" cy="420624"/>
          </a:xfrm>
          <a:prstGeom prst="rect">
            <a:avLst/>
          </a:prstGeom>
          <a:solidFill>
            <a:srgbClr val="2A9D5C"/>
          </a:solidFill>
          <a:ln/>
        </p:spPr>
      </p:sp>
      <p:sp>
        <p:nvSpPr>
          <p:cNvPr id="37" name="Text 35"/>
          <p:cNvSpPr/>
          <p:nvPr/>
        </p:nvSpPr>
        <p:spPr>
          <a:xfrm>
            <a:off x="3017520" y="3200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Mixed-language wording check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40680" y="1188720"/>
            <a:ext cx="3337560" cy="33375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12618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8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0" y="162763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M/C split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77840" y="1810512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field does not yet fully classify all materiality-conditioned disclosures inside mandatory provisions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219456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Model identifier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77840" y="2377440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source_manifest.json does not yet persist the model used for generation — normative gap flagged in spec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77840" y="276148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English review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2944368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output still requires informed review where legal nuance is high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77840" y="332841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PDF extraction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77840" y="3511296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tables and formatted Anlagenspiegel content may not be captured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77840" y="389534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Workflow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77840" y="4078224"/>
            <a:ext cx="3063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is 4 separate phase scripts — single-command orchestrator not yet implemented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HGB Disclosure Checklist  ·  v2  ·  DNL Challenge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8920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E8DE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2743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&amp; Next Steps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is the architecture. The SKILL.md files are the reuse vehicle.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33472" cy="2606040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Frameworks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1664208"/>
            <a:ext cx="241401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scope.md for IFRS or UK GAAP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hierarchy redesigned per standard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 Resolver re-prompted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ID block convention per framework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33472" cy="2606040"/>
          </a:xfrm>
          <a:prstGeom prst="rect">
            <a:avLst/>
          </a:prstGeom>
          <a:solidFill>
            <a:srgbClr val="4E8DE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01568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Variants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01568" y="1664208"/>
            <a:ext cx="241401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GmbH: §285 Nr. 9 full remuneration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AG: Aufsichtsrat + §289a HGB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Small: §288 Abs. 1 exemption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Group: §§ 290 ff. consolidated agent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33472" cy="2606040"/>
          </a:xfrm>
          <a:prstGeom prst="rect">
            <a:avLst/>
          </a:prstGeom>
          <a:solidFill>
            <a:srgbClr val="2B5EA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36208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Integration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36208" y="1664208"/>
            <a:ext cx="2414016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checklist.json → DNL ai/checklists ingest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completeness_prompt → validator input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results.json → structured evidence store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generate_excel.py → white-label output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8321040" cy="685800"/>
          </a:xfrm>
          <a:prstGeom prst="rect">
            <a:avLst/>
          </a:prstGeom>
          <a:solidFill>
            <a:srgbClr val="2B5EAE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995928"/>
            <a:ext cx="804672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packaged for both workflows: </a:t>
            </a:r>
            <a:pPr indent="0" marL="0">
              <a:buNone/>
            </a:pPr>
            <a:r>
              <a:rPr lang="en-US" sz="11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german-gaap-checklist-generator  ·  hgb-filing-verification
</a:t>
            </a:r>
            <a:pPr indent="0" marL="0">
              <a:buNone/>
            </a:pPr>
            <a:r>
              <a:rPr lang="en-US" sz="1150" dirty="0">
                <a:solidFill>
                  <a:srgbClr val="4E8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github.com/xNR-dev/dnl-challenge-repo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0" y="4892040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HGB Disclosure Checklist — v2</dc:title>
  <dc:subject>PptxGenJS Presentation</dc:subject>
  <dc:creator>PptxGenJS</dc:creator>
  <cp:lastModifiedBy>PptxGenJS</cp:lastModifiedBy>
  <cp:revision>1</cp:revision>
  <dcterms:created xsi:type="dcterms:W3CDTF">2026-04-19T16:29:34Z</dcterms:created>
  <dcterms:modified xsi:type="dcterms:W3CDTF">2026-04-19T16:29:34Z</dcterms:modified>
</cp:coreProperties>
</file>